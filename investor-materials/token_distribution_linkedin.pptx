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AI for All - Token Size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C5560"/>
                </a:solidFill>
                <a:latin typeface="Segoe UI"/>
              </a:defRPr>
            </a:pPr>
            <a:r>
              <a:t>Input vs Output, query mix, and routing efficiency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On-Device Tier: Handles common queries locally for instant, low-cost responses.</a:t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Regional Optimized Tier: Provides efficient, low-latency processing for mid-range workloads.</a:t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LLM Fallback Tier: Used only for complex tasks requiring advanced reasoning.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70% queries </a:t>
            </a:r>
            <a:r>
              <a:rPr lang="en-IN" sz="2000" dirty="0"/>
              <a:t>On-Device Execution Tier </a:t>
            </a:r>
            <a:r>
              <a:rPr sz="2000" dirty="0"/>
              <a:t>run for free (no cloud cost).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20-25% mid-token queries handled by </a:t>
            </a:r>
            <a:r>
              <a:rPr lang="en-IN" sz="2000" dirty="0"/>
              <a:t>Regional Optimized Tier </a:t>
            </a:r>
            <a:r>
              <a:rPr sz="2000" dirty="0"/>
              <a:t>at &lt;$0.002/query.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Only a small portion of complex tasks require full-scale AI models. 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Differentiator: LLM incumbents pay full GPU tax for every query, while AI for All is designed to keep heavy-model usage minimal.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Proof: Telemetry receipts (cost/query, fallback %, latency) validate these savings.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Query Mix by Token Band (Approx.)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7424927" cy="100584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47887" y="2011680"/>
            <a:ext cx="2333548" cy="100584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581436" y="2011680"/>
            <a:ext cx="848563" cy="100584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67337" y="2103120"/>
            <a:ext cx="33361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rPr lang="en-IN" dirty="0"/>
              <a:t>On-Device Execution Tier</a:t>
            </a:r>
            <a:r>
              <a:rPr dirty="0"/>
              <a:t> &lt;=400 tokens</a:t>
            </a:r>
            <a:br>
              <a:rPr dirty="0"/>
            </a:br>
            <a:r>
              <a:rPr dirty="0"/>
              <a:t>~70% queries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4261" y="2103120"/>
            <a:ext cx="20445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Segoe UI"/>
              </a:defRPr>
            </a:pPr>
            <a:r>
              <a:rPr lang="en-IN" sz="1200" dirty="0"/>
              <a:t>Regional Optimized Tier </a:t>
            </a:r>
            <a:r>
              <a:rPr dirty="0"/>
              <a:t>400-1000 tokens</a:t>
            </a:r>
            <a:br>
              <a:rPr dirty="0"/>
            </a:br>
            <a:r>
              <a:rPr dirty="0"/>
              <a:t>~20-25% queries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3148" y="2103120"/>
            <a:ext cx="8485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Segoe UI"/>
              </a:defRPr>
            </a:pPr>
            <a:r>
              <a:rPr dirty="0"/>
              <a:t>LLM &gt;=1000</a:t>
            </a:r>
            <a:br>
              <a:rPr dirty="0"/>
            </a:br>
            <a:r>
              <a:rPr dirty="0"/>
              <a:t>~5-10%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C5560"/>
                </a:solidFill>
                <a:latin typeface="Segoe UI"/>
              </a:defRPr>
            </a:pPr>
            <a:r>
              <a:t>Bar lengths are illustrative; ranges are shown in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C5560"/>
                </a:solidFill>
                <a:latin typeface="Segoe UI"/>
              </a:defRPr>
            </a:pPr>
            <a:r>
              <a:t>Sources: Semrush prompt-length study; arXiv research on LLM overthinking in simple tasks.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49321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Tier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934371"/>
              </p:ext>
            </p:extLst>
          </p:nvPr>
        </p:nvGraphicFramePr>
        <p:xfrm>
          <a:off x="640080" y="13716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6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6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58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Token Range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Query %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dirty="0"/>
                        <a:t>Justification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On-Device Execution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≤400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Based on average use-case lengths and usage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400–1000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~20–25%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Matches longer summaries, analytics, structured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LLM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≥1000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~5–10%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Captures long-form, complex reasoning or creative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1005840"/>
            <a:ext cx="7680959" cy="36576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21039" y="1005840"/>
            <a:ext cx="2414016" cy="36576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35056" y="1005840"/>
            <a:ext cx="877824" cy="3657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24128"/>
            <a:ext cx="758951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rPr sz="1000" dirty="0"/>
              <a:t>Edge &lt;=400</a:t>
            </a:r>
            <a:br>
              <a:rPr sz="1000" dirty="0"/>
            </a:br>
            <a:r>
              <a:rPr sz="1000" dirty="0"/>
              <a:t>~70%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102412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400-1000</a:t>
            </a:r>
            <a:br/>
            <a:r>
              <a:t>~20-25%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024128"/>
            <a:ext cx="859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</a:t>
            </a:r>
            <a:br/>
            <a:r>
              <a:t>5-10%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(1-8)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379842"/>
              </p:ext>
            </p:extLst>
          </p:nvPr>
        </p:nvGraphicFramePr>
        <p:xfrm>
          <a:off x="365760" y="1188720"/>
          <a:ext cx="10972800" cy="52545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Summarization (short docs, notes)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Q&amp;A factual (knowledge lookups)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Email drafting / reply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(short 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286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Social media captions / posts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(marketing), 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Basic analytics (tables, CSV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To-do / task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Knowledge recap / study guides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(9-16)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234721"/>
              </p:ext>
            </p:extLst>
          </p:nvPr>
        </p:nvGraphicFramePr>
        <p:xfrm>
          <a:off x="365760" y="1188720"/>
          <a:ext cx="10972800" cy="515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37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Whisper STT (short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TTS response (short speech)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 (equiv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Form-filling assist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(edu content, longer)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reasoning (math, logic Qs)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/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FAQ/helpdesk auto-response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SMB, Global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Micro-reports (1–2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queries (SQL-like / BI-lite)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(17-24)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801081"/>
              </p:ext>
            </p:extLst>
          </p:nvPr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Charts &amp; graphs (data viz)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Schools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(short extract)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report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ops,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(long docs)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VLM tasks (image captioning, OCR)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+ enrichment (multi-source)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Advanced analytics (trend detection)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finance,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Cross-lingual knowledge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(25-30)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Research queries (multi-doc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Creative generation (essays, blogs)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Legal/technical drafting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Complex reasoning (multi-step)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Long-form reports (5–10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Deep research (web+RAG enriched)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2500–5000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The GPU Tax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A9A1"/>
                </a:solidFill>
                <a:latin typeface="Segoe UI"/>
              </a:defRPr>
            </a:pPr>
            <a:r>
              <a:t>90% cost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5560"/>
                </a:solidFill>
                <a:latin typeface="Segoe UI"/>
              </a:defRPr>
            </a:pPr>
            <a:r>
              <a:t>Majority of queries handled without expensive cloud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2AA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1F3B"/>
                </a:solidFill>
                <a:latin typeface="Segoe UI"/>
              </a:defRPr>
            </a:pPr>
            <a:r>
              <a:t>LLM Incumbents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A9A1"/>
                </a:solidFill>
                <a:latin typeface="Segoe UI"/>
              </a:defRPr>
            </a:pPr>
            <a:r>
              <a:t>AI for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100% of queries pay full GPU tax</a:t>
            </a:r>
          </a:p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High cost per query, even for simple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Only 5-10% of queries pay full GPU tax</a:t>
            </a:r>
          </a:p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Most workloads run on edge or cheap cloud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908</Words>
  <Application>Microsoft Office PowerPoint</Application>
  <PresentationFormat>Widescreen</PresentationFormat>
  <Paragraphs>254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lenovo</dc:creator>
  <cp:keywords/>
  <dc:description>generated using python-pptx</dc:description>
  <cp:lastModifiedBy>lenovo</cp:lastModifiedBy>
  <cp:revision>11</cp:revision>
  <dcterms:created xsi:type="dcterms:W3CDTF">2013-01-27T09:14:16Z</dcterms:created>
  <dcterms:modified xsi:type="dcterms:W3CDTF">2026-04-11T06:25:10Z</dcterms:modified>
  <cp:category/>
</cp:coreProperties>
</file>